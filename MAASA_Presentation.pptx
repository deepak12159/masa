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MAASA Web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Medi-Caps University Sports Club</a:t>
            </a:r>
          </a:p>
          <a:p>
            <a:r>
              <a:t>Next-Gen Web Architecture &amp;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MAASA?</a:t>
            </a:r>
          </a:p>
          <a:p>
            <a:pPr lvl="1"/>
            <a:r>
              <a:t>Medi-Caps Aeronautics and Space Association, also officially representing the Medi-Caps University Sports Club.</a:t>
            </a:r>
          </a:p>
          <a:p>
            <a:pPr/>
            <a:r>
              <a:t>Platform Goals:</a:t>
            </a:r>
          </a:p>
          <a:p>
            <a:pPr lvl="1"/>
            <a:r>
              <a:t>A centralized digital presence for all sports activities, achievements, and member directories.</a:t>
            </a:r>
          </a:p>
          <a:p>
            <a:pPr lvl="1"/>
            <a:r>
              <a:t>Secure, manageable admin dashboard for content updates without requiring code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Capabilities:</a:t>
            </a:r>
          </a:p>
          <a:p>
            <a:pPr/>
            <a:r>
              <a:t>Dynamic Event Management</a:t>
            </a:r>
          </a:p>
          <a:p>
            <a:pPr lvl="1"/>
            <a:r>
              <a:t>Schedule and display upcoming and past events.</a:t>
            </a:r>
          </a:p>
          <a:p>
            <a:pPr/>
            <a:r>
              <a:t>Achievements Wall</a:t>
            </a:r>
          </a:p>
          <a:p>
            <a:pPr lvl="1"/>
            <a:r>
              <a:t>Highlight exceptional talents and awards with images and details.</a:t>
            </a:r>
          </a:p>
          <a:p>
            <a:pPr/>
            <a:r>
              <a:t>Categorized Media Gallery</a:t>
            </a:r>
          </a:p>
          <a:p>
            <a:pPr lvl="1"/>
            <a:r>
              <a:t>Grouped photo and video albums by event, with multi-upload support.</a:t>
            </a:r>
          </a:p>
          <a:p>
            <a:pPr/>
            <a:r>
              <a:t>Member Directory</a:t>
            </a:r>
          </a:p>
          <a:p>
            <a:pPr lvl="1"/>
            <a:r>
              <a:t>Searchable database of Core, Faculty, Team, and Alumni members.</a:t>
            </a:r>
          </a:p>
          <a:p>
            <a:pPr/>
            <a:r>
              <a:t>SEO Optimized</a:t>
            </a:r>
          </a:p>
          <a:p>
            <a:pPr lvl="1"/>
            <a:r>
              <a:t>Fully indexed for 'Sports club medicaps' and 'MAASA' keywords.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&amp; Scalable Architecture:</a:t>
            </a:r>
          </a:p>
          <a:p>
            <a:pPr/>
            <a:r>
              <a:t>Frontend: React.js &amp; Vite</a:t>
            </a:r>
          </a:p>
          <a:p>
            <a:pPr lvl="1"/>
            <a:r>
              <a:t>Fast rendering, component-based UI, highly responsive design.</a:t>
            </a:r>
          </a:p>
          <a:p>
            <a:pPr/>
            <a:r>
              <a:t>Backend as a Service: Supabase</a:t>
            </a:r>
          </a:p>
          <a:p>
            <a:pPr lvl="1"/>
            <a:r>
              <a:t>PostgreSQL Database for structured data (Events, Members, Achievements).</a:t>
            </a:r>
          </a:p>
          <a:p>
            <a:pPr lvl="1"/>
            <a:r>
              <a:t>Supabase Auth &amp; Storage for media hosting.</a:t>
            </a:r>
          </a:p>
          <a:p>
            <a:pPr/>
            <a:r>
              <a:t>Deployment: Vercel</a:t>
            </a:r>
          </a:p>
          <a:p>
            <a:pPr lvl="1"/>
            <a:r>
              <a:t>Continuous integration and global CDN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 (RBAC):</a:t>
            </a:r>
          </a:p>
          <a:p>
            <a:pPr/>
            <a:r>
              <a:t>Superuser &amp; Faculty:</a:t>
            </a:r>
          </a:p>
          <a:p>
            <a:pPr lvl="1"/>
            <a:r>
              <a:t>Full control: Insert, Update, and Delete operations.</a:t>
            </a:r>
          </a:p>
          <a:p>
            <a:pPr/>
            <a:r>
              <a:t>Technical Team:</a:t>
            </a:r>
          </a:p>
          <a:p>
            <a:pPr lvl="1"/>
            <a:r>
              <a:t>Content management (Insert/Update) but restricted from Deleting.</a:t>
            </a:r>
          </a:p>
          <a:p>
            <a:pPr/>
            <a:r>
              <a:t>Row-Level Security (RLS):</a:t>
            </a:r>
          </a:p>
          <a:p>
            <a:pPr lvl="1"/>
            <a:r>
              <a:t>All database queries are protected at the Postgres level. Only authorized roles can alter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Ready to elevate Medi-Caps Sports to the next 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